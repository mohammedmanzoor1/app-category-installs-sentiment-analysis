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Sora Medium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5.png"/><Relationship Id="rId8" Type="http://schemas.openxmlformats.org/officeDocument/2006/relationships/image" Target="../media/image-9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9310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Google Play Store Analytics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578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Intelligence Project Report — exploring app performance, categories, installs, ratings, reviews, pricing, and sentiment across ~9K applications.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577755"/>
            <a:ext cx="942058" cy="287139"/>
          </a:xfrm>
          <a:prstGeom prst="roundRect">
            <a:avLst>
              <a:gd name="adj" fmla="val 7899"/>
            </a:avLst>
          </a:prstGeom>
          <a:solidFill>
            <a:srgbClr val="00184D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634409"/>
            <a:ext cx="132483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POWER BI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69873" y="4577755"/>
            <a:ext cx="2005855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97B8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83277" y="4634409"/>
            <a:ext cx="238863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INTELLIGENCE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370182" y="4577755"/>
            <a:ext cx="1327315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97B8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83586" y="4634409"/>
            <a:ext cx="171009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8103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Executive Summary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381224"/>
            <a:ext cx="629686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interactive dashboard transforms Google Play Store app data into business-oriented views — covering app volume, install performance, category distribution, ratings, reviews, pricing type, and review sentiment across multiple analytical pages.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1475" y="2237978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26262B"/>
          </a:solidFill>
          <a:ln/>
        </p:spPr>
      </p:sp>
      <p:sp>
        <p:nvSpPr>
          <p:cNvPr id="6" name="Text 3"/>
          <p:cNvSpPr/>
          <p:nvPr/>
        </p:nvSpPr>
        <p:spPr>
          <a:xfrm>
            <a:off x="820915" y="2397423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Market Snapshot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0915" y="2727226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Overall ecosystem overview with executive KPIs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1475" y="3256359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26262B"/>
          </a:solidFill>
          <a:ln/>
        </p:spPr>
      </p:sp>
      <p:sp>
        <p:nvSpPr>
          <p:cNvPr id="9" name="Text 6"/>
          <p:cNvSpPr/>
          <p:nvPr/>
        </p:nvSpPr>
        <p:spPr>
          <a:xfrm>
            <a:off x="820915" y="3415804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App Performance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0915" y="3745607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apps, ratings, and engagement patterns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1475" y="4274741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26262B"/>
          </a:solidFill>
          <a:ln/>
        </p:spPr>
      </p:sp>
      <p:sp>
        <p:nvSpPr>
          <p:cNvPr id="12" name="Text 9"/>
          <p:cNvSpPr/>
          <p:nvPr/>
        </p:nvSpPr>
        <p:spPr>
          <a:xfrm>
            <a:off x="820915" y="4434185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Free vs Paid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0915" y="4763988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Pricing distribution and review behavior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1475" y="5293122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2626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0915" y="5452566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Sentiment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0915" y="5782370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Positive, negative, and neutral review analysis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848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Objectives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81076"/>
            <a:ext cx="5395381" cy="404663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2512" y="1515616"/>
            <a:ext cx="252505" cy="2525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46390" y="1510407"/>
            <a:ext cx="299008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Distribution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8546390" y="1923355"/>
            <a:ext cx="299008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 app distribution across categories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2512" y="2737594"/>
            <a:ext cx="252505" cy="2525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46390" y="2732385"/>
            <a:ext cx="299008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Popularity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8546390" y="3145334"/>
            <a:ext cx="299008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 app popularity via installs and reviews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2512" y="3959572"/>
            <a:ext cx="252505" cy="2525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546390" y="3954363"/>
            <a:ext cx="299008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Comparison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8546390" y="4367312"/>
            <a:ext cx="299008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 category-level performance and free vs paid apps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2512" y="5181550"/>
            <a:ext cx="252505" cy="2525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46390" y="5176341"/>
            <a:ext cx="299008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Insights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8546390" y="5589290"/>
            <a:ext cx="299008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 raw data into KPIs and business insights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18133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Dataset &amp; Scope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1528763"/>
            <a:ext cx="3041078" cy="594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~9K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661475" y="2342059"/>
            <a:ext cx="304107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Total Apps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1475" y="2726531"/>
            <a:ext cx="304107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 inventory coverage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917157" y="1528763"/>
            <a:ext cx="3041177" cy="594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65B</a:t>
            </a:r>
            <a:endParaRPr lang="en-US" sz="4650" dirty="0"/>
          </a:p>
        </p:txBody>
      </p:sp>
      <p:sp>
        <p:nvSpPr>
          <p:cNvPr id="8" name="Text 5"/>
          <p:cNvSpPr/>
          <p:nvPr/>
        </p:nvSpPr>
        <p:spPr>
          <a:xfrm>
            <a:off x="3917157" y="2342059"/>
            <a:ext cx="304117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Total Installs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3917157" y="2726531"/>
            <a:ext cx="304117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Adoption across all apps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289316" y="3441402"/>
            <a:ext cx="3041078" cy="594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37K</a:t>
            </a:r>
            <a:endParaRPr lang="en-US" sz="4650" dirty="0"/>
          </a:p>
        </p:txBody>
      </p:sp>
      <p:sp>
        <p:nvSpPr>
          <p:cNvPr id="11" name="Text 8"/>
          <p:cNvSpPr/>
          <p:nvPr/>
        </p:nvSpPr>
        <p:spPr>
          <a:xfrm>
            <a:off x="2289316" y="4254698"/>
            <a:ext cx="304107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Total Reviews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2289316" y="4639171"/>
            <a:ext cx="304107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interaction volume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1475" y="5113834"/>
            <a:ext cx="6296860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dashboard covers app inventory, popularity, engagement, category segmentation, commercial model (free vs paid), and sentiment analysis (positive/negative/neutral). Note: exact source row count, cleaning rules, sentiment model, and data-refresh date are not visible in the screenshots.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73609"/>
            <a:ext cx="723981" cy="287139"/>
          </a:xfrm>
          <a:prstGeom prst="roundRect">
            <a:avLst>
              <a:gd name="adj" fmla="val 7899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30262"/>
            <a:ext cx="110675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363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Executive Overview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23095"/>
            <a:ext cx="6903269" cy="36486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32251" y="2255540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Findings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2739827"/>
            <a:ext cx="3504219" cy="3222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FAMILY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leads with 1,777 apps and highest install count (1,832)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71.43% of apps in the dataset are from 2014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categories by app count: FAMILY (1,777), GAME (874), TOOLS (376), BUSINESS (350)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leaders: FAMILY (1,832), TOOLS (1,015), BUSINESS (739), COMMUNICATION (10,890)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9459"/>
            <a:ext cx="633595" cy="251420"/>
          </a:xfrm>
          <a:prstGeom prst="roundRect">
            <a:avLst>
              <a:gd name="adj" fmla="val 7894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639068"/>
            <a:ext cx="104474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9872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App Performance &amp; Relationship Analysis</a:t>
            </a:r>
            <a:endParaRPr lang="en-US" sz="3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08795"/>
            <a:ext cx="6923410" cy="3683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94648" y="1777107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Top Apps by Installs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94648" y="2180233"/>
            <a:ext cx="3541822" cy="114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Subway Surfers — 6,000,000K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News — 4,000,000K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Candy Crush Saga — 3,500,000K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Temple Run 2 — 3,000,000K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94648" y="3468886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Category Ratings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94648" y="3872012"/>
            <a:ext cx="3541822" cy="114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— 1.35B ratings (dominant)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FAMILY — 0.29B ratings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TOOLS — 0.11B ratings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PHOTOGRAPHY — 0.09B ratings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94648" y="5146179"/>
            <a:ext cx="3541822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Scatter plot shows positive correlation between rating count and review volume — most apps have 100–1,000 ratings and 10K–100K reviews.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8939"/>
            <a:ext cx="656216" cy="260152"/>
          </a:xfrm>
          <a:prstGeom prst="roundRect">
            <a:avLst>
              <a:gd name="adj" fmla="val 7901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64164" y="770235"/>
            <a:ext cx="1060423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41102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Pricing &amp; Category Analysis</a:t>
            </a:r>
            <a:endParaRPr lang="en-US" sz="3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36676"/>
            <a:ext cx="6918350" cy="36746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4074" y="1964333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Free vs Paid Distribution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004074" y="2387104"/>
            <a:ext cx="3532397" cy="892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Free Apps: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8K (92.08%) of inventory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Paid Apps: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1K (7.92%) of inventory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 app reviews: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2,273M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vs Paid: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4M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4074" y="3434556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Category Highlights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04074" y="3857327"/>
            <a:ext cx="353239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Education and Maps lead smaller-category counts at 0.11K each, followed by Entertainment (0.09K) and Libraries (0.08K).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04074" y="4815681"/>
            <a:ext cx="3532397" cy="1148655"/>
          </a:xfrm>
          <a:prstGeom prst="roundRect">
            <a:avLst>
              <a:gd name="adj" fmla="val 2237"/>
            </a:avLst>
          </a:prstGeom>
          <a:solidFill>
            <a:srgbClr val="00288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321" y="5060553"/>
            <a:ext cx="214109" cy="1712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60677" y="4998145"/>
            <a:ext cx="2804546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 apps dominate both app inventory and review volume by an overwhelming margin.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5108"/>
            <a:ext cx="723981" cy="287139"/>
          </a:xfrm>
          <a:prstGeom prst="roundRect">
            <a:avLst>
              <a:gd name="adj" fmla="val 7899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01762"/>
            <a:ext cx="110675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078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Reviews &amp; Sentiment Analysis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20317"/>
            <a:ext cx="6903269" cy="36542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32251" y="1970980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Category-Wise Reviews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2455267"/>
            <a:ext cx="3504219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— 1,350M reviews (dominant)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FAMILY — 291M reviews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TOOLS — 105M reviews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— 6M reviews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MEDICAL — 1M reviews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32251" y="4723110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Sentiment Distribution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032251" y="5207397"/>
            <a:ext cx="350421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Positive: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24K — 64.11%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Negative: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8K — 22.1%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Neutral: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5K — 13.79%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66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Observations &amp; Business Questions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25278"/>
            <a:ext cx="5339820" cy="17447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439690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Concentrated Popularity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848372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activity is highly concentrated — Subway Surfers, Google News, Candy Crush Saga, and Temple Run 2 dominate totals.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225278"/>
            <a:ext cx="5339919" cy="17447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439690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Category Leaders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2848372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FAMILY has the largest app count; GAME dominates review volume with 1,350M reviews.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59052"/>
            <a:ext cx="5339820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4373463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Free App Dominance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4782145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92% of apps are free, generating 2,273M reviews vs only 4M for paid apps.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159052"/>
            <a:ext cx="5339919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6305" y="4373463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Positive Sentiment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506305" y="4782145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64% of reviews are positive, enabling tone analysis alongside volume.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23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Implementation &amp; Recommendations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9546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Core DAX Measures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79749"/>
            <a:ext cx="5203794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Apps =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DISTINCTCOUNT(App[App])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Installs =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SUM(App[Installs])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Reviews =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SUM(App[Reviews])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Free/Paid Apps =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Apps], App[Type])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Sentiment Reviews =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Reviews], App[Sentiment])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179546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Enhancement Opportunities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2279749"/>
            <a:ext cx="5203794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slicers for Category, Type, Content Rating, Android Version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Time-series view for installs/ratings trends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Top-N selector (Top 5/10/20)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Install-to-review engagement ratio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Tooltip pages with app-level details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32776" y="4571206"/>
            <a:ext cx="5203794" cy="1341834"/>
          </a:xfrm>
          <a:prstGeom prst="roundRect">
            <a:avLst>
              <a:gd name="adj" fmla="val 2113"/>
            </a:avLst>
          </a:prstGeom>
          <a:solidFill>
            <a:srgbClr val="00288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4864298"/>
            <a:ext cx="236234" cy="189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7024" y="4788495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 source dataset, cleaning workflow, data model, and sentiment methodology for portfolio submission.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2026-09-22T15:17:52Z</dcterms:created>
  <dcterms:modified xsi:type="dcterms:W3CDTF">2026-09-22T15:17:52Z</dcterms:modified>
</cp:coreProperties>
</file>